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9" r:id="rId3"/>
    <p:sldId id="270" r:id="rId4"/>
    <p:sldId id="271" r:id="rId5"/>
    <p:sldId id="273" r:id="rId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15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AA4"/>
    <a:srgbClr val="F26D9A"/>
    <a:srgbClr val="003C8B"/>
    <a:srgbClr val="023478"/>
    <a:srgbClr val="012453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62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1902" y="102"/>
      </p:cViewPr>
      <p:guideLst>
        <p:guide orient="horz" pos="1457"/>
        <p:guide pos="3120"/>
        <p:guide orient="horz" pos="15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516188" cy="6871063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9379131" y="0"/>
            <a:ext cx="526869" cy="1541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9379131" y="5364480"/>
            <a:ext cx="526869" cy="1541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25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2593730" y="1198918"/>
            <a:ext cx="7312269" cy="4360986"/>
            <a:chOff x="2593730" y="1198918"/>
            <a:chExt cx="7312269" cy="4360986"/>
          </a:xfrm>
        </p:grpSpPr>
        <p:sp>
          <p:nvSpPr>
            <p:cNvPr id="8" name="직사각형 7"/>
            <p:cNvSpPr/>
            <p:nvPr/>
          </p:nvSpPr>
          <p:spPr>
            <a:xfrm>
              <a:off x="2593730" y="119891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593730" y="197615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593730" y="275339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593730" y="353063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593730" y="430787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593730" y="5085119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자유형 13"/>
          <p:cNvSpPr/>
          <p:nvPr userDrawn="1"/>
        </p:nvSpPr>
        <p:spPr>
          <a:xfrm>
            <a:off x="0" y="-8792"/>
            <a:ext cx="5187461" cy="6866792"/>
          </a:xfrm>
          <a:custGeom>
            <a:avLst/>
            <a:gdLst>
              <a:gd name="connsiteX0" fmla="*/ 0 w 5187461"/>
              <a:gd name="connsiteY0" fmla="*/ 8792 h 6928338"/>
              <a:gd name="connsiteX1" fmla="*/ 0 w 5187461"/>
              <a:gd name="connsiteY1" fmla="*/ 6928338 h 6928338"/>
              <a:gd name="connsiteX2" fmla="*/ 5187461 w 5187461"/>
              <a:gd name="connsiteY2" fmla="*/ 6928338 h 6928338"/>
              <a:gd name="connsiteX3" fmla="*/ 2145323 w 5187461"/>
              <a:gd name="connsiteY3" fmla="*/ 0 h 6928338"/>
              <a:gd name="connsiteX4" fmla="*/ 0 w 5187461"/>
              <a:gd name="connsiteY4" fmla="*/ 8792 h 6928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7461" h="6928338">
                <a:moveTo>
                  <a:pt x="0" y="8792"/>
                </a:moveTo>
                <a:lnTo>
                  <a:pt x="0" y="6928338"/>
                </a:lnTo>
                <a:lnTo>
                  <a:pt x="5187461" y="6928338"/>
                </a:lnTo>
                <a:lnTo>
                  <a:pt x="2145323" y="0"/>
                </a:lnTo>
                <a:lnTo>
                  <a:pt x="0" y="8792"/>
                </a:lnTo>
                <a:close/>
              </a:path>
            </a:pathLst>
          </a:custGeom>
          <a:solidFill>
            <a:srgbClr val="003C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 userDrawn="1"/>
        </p:nvSpPr>
        <p:spPr>
          <a:xfrm>
            <a:off x="8930054" y="-8792"/>
            <a:ext cx="975946" cy="2092569"/>
          </a:xfrm>
          <a:custGeom>
            <a:avLst/>
            <a:gdLst>
              <a:gd name="connsiteX0" fmla="*/ 0 w 975946"/>
              <a:gd name="connsiteY0" fmla="*/ 0 h 2092569"/>
              <a:gd name="connsiteX1" fmla="*/ 975946 w 975946"/>
              <a:gd name="connsiteY1" fmla="*/ 0 h 2092569"/>
              <a:gd name="connsiteX2" fmla="*/ 975946 w 975946"/>
              <a:gd name="connsiteY2" fmla="*/ 2092569 h 2092569"/>
              <a:gd name="connsiteX3" fmla="*/ 0 w 975946"/>
              <a:gd name="connsiteY3" fmla="*/ 0 h 209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5946" h="2092569">
                <a:moveTo>
                  <a:pt x="0" y="0"/>
                </a:moveTo>
                <a:lnTo>
                  <a:pt x="975946" y="0"/>
                </a:lnTo>
                <a:lnTo>
                  <a:pt x="975946" y="2092569"/>
                </a:lnTo>
                <a:lnTo>
                  <a:pt x="0" y="0"/>
                </a:lnTo>
                <a:close/>
              </a:path>
            </a:pathLst>
          </a:custGeom>
          <a:solidFill>
            <a:srgbClr val="0124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1" t="1960" b="-1814"/>
          <a:stretch/>
        </p:blipFill>
        <p:spPr>
          <a:xfrm>
            <a:off x="26125" y="3082834"/>
            <a:ext cx="4231629" cy="37011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</a:blip>
          <a:srcRect l="2" r="-5276"/>
          <a:stretch/>
        </p:blipFill>
        <p:spPr>
          <a:xfrm>
            <a:off x="235553" y="3325883"/>
            <a:ext cx="1618648" cy="40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61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 userDrawn="1"/>
        </p:nvSpPr>
        <p:spPr bwMode="auto">
          <a:xfrm>
            <a:off x="0" y="-1"/>
            <a:ext cx="9906000" cy="907515"/>
          </a:xfrm>
          <a:prstGeom prst="rect">
            <a:avLst/>
          </a:prstGeom>
          <a:solidFill>
            <a:srgbClr val="003C8B"/>
          </a:solidFill>
          <a:ln>
            <a:noFill/>
          </a:ln>
          <a:extLst/>
        </p:spPr>
        <p:txBody>
          <a:bodyPr rtlCol="0" anchor="ctr"/>
          <a:lstStyle/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1010050" y="398143"/>
            <a:ext cx="2636618" cy="473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제목 3"/>
          <p:cNvSpPr txBox="1">
            <a:spLocks/>
          </p:cNvSpPr>
          <p:nvPr userDrawn="1"/>
        </p:nvSpPr>
        <p:spPr>
          <a:xfrm>
            <a:off x="155070" y="189929"/>
            <a:ext cx="8915400" cy="63408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7" name="직사각형 36"/>
          <p:cNvSpPr/>
          <p:nvPr userDrawn="1"/>
        </p:nvSpPr>
        <p:spPr bwMode="auto">
          <a:xfrm>
            <a:off x="928454" y="6800716"/>
            <a:ext cx="8977546" cy="79168"/>
          </a:xfrm>
          <a:prstGeom prst="rect">
            <a:avLst/>
          </a:prstGeom>
          <a:solidFill>
            <a:srgbClr val="003C8B"/>
          </a:solidFill>
          <a:ln>
            <a:noFill/>
          </a:ln>
          <a:extLst/>
        </p:spPr>
        <p:txBody>
          <a:bodyPr rtlCol="0" anchor="ctr"/>
          <a:lstStyle/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8" name="모서리가 둥근 직사각형 37"/>
          <p:cNvSpPr/>
          <p:nvPr userDrawn="1"/>
        </p:nvSpPr>
        <p:spPr>
          <a:xfrm>
            <a:off x="4795838" y="6676234"/>
            <a:ext cx="509587" cy="182493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rtlCol="0" anchor="ctr"/>
          <a:lstStyle/>
          <a:p>
            <a:pPr lvl="0"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9" name="슬라이드 번호 개체 틀 4"/>
          <p:cNvSpPr txBox="1">
            <a:spLocks/>
          </p:cNvSpPr>
          <p:nvPr userDrawn="1"/>
        </p:nvSpPr>
        <p:spPr>
          <a:xfrm>
            <a:off x="4685603" y="6645281"/>
            <a:ext cx="731484" cy="2168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900" kern="120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 </a:t>
            </a:r>
            <a:endParaRPr lang="ko-KR" altLang="en-US" dirty="0"/>
          </a:p>
        </p:txBody>
      </p:sp>
      <p:sp>
        <p:nvSpPr>
          <p:cNvPr id="40" name="슬라이드 번호 개체 틀 5"/>
          <p:cNvSpPr txBox="1">
            <a:spLocks/>
          </p:cNvSpPr>
          <p:nvPr userDrawn="1"/>
        </p:nvSpPr>
        <p:spPr>
          <a:xfrm>
            <a:off x="4703944" y="6637655"/>
            <a:ext cx="713143" cy="15435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AAF0CDB-9E8A-4D2F-B063-882DFA2FED02}" type="slidenum">
              <a:rPr lang="ko-KR" altLang="en-US" sz="1000" smtClean="0">
                <a:solidFill>
                  <a:schemeClr val="bg1"/>
                </a:solidFill>
              </a:rPr>
              <a:pPr algn="ctr"/>
              <a:t>‹#›</a:t>
            </a:fld>
            <a:endParaRPr lang="ko-KR" altLang="en-US" sz="1000">
              <a:solidFill>
                <a:schemeClr val="bg1"/>
              </a:solidFill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" r="-5276"/>
          <a:stretch/>
        </p:blipFill>
        <p:spPr>
          <a:xfrm>
            <a:off x="89299" y="6637337"/>
            <a:ext cx="805551" cy="20380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85" b="23693"/>
          <a:stretch/>
        </p:blipFill>
        <p:spPr>
          <a:xfrm>
            <a:off x="7636380" y="0"/>
            <a:ext cx="2269620" cy="90487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73980"/>
          <a:stretch/>
        </p:blipFill>
        <p:spPr>
          <a:xfrm>
            <a:off x="7455762" y="161730"/>
            <a:ext cx="598302" cy="58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47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94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6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48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7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69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60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67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08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7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322064" y="1153252"/>
            <a:ext cx="914400" cy="5247548"/>
          </a:xfrm>
          <a:prstGeom prst="rect">
            <a:avLst/>
          </a:prstGeom>
          <a:solidFill>
            <a:srgbClr val="F4B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Step.1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27795" y="1167130"/>
            <a:ext cx="1719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DAP </a:t>
            </a:r>
            <a:r>
              <a:rPr lang="ko-KR" altLang="en-US" sz="1400" b="1" dirty="0" smtClean="0"/>
              <a:t>시스템 로그인</a:t>
            </a:r>
            <a:endParaRPr lang="ko-KR" altLang="en-US" sz="1400" b="1" dirty="0"/>
          </a:p>
        </p:txBody>
      </p:sp>
      <p:sp>
        <p:nvSpPr>
          <p:cNvPr id="33" name="Pointer"/>
          <p:cNvSpPr>
            <a:spLocks noChangeAspect="1" noEditPoints="1"/>
          </p:cNvSpPr>
          <p:nvPr/>
        </p:nvSpPr>
        <p:spPr bwMode="auto">
          <a:xfrm>
            <a:off x="6867850" y="1796847"/>
            <a:ext cx="360912" cy="556156"/>
          </a:xfrm>
          <a:custGeom>
            <a:avLst/>
            <a:gdLst>
              <a:gd name="T0" fmla="*/ 107 w 400"/>
              <a:gd name="T1" fmla="*/ 0 h 613"/>
              <a:gd name="T2" fmla="*/ 71 w 400"/>
              <a:gd name="T3" fmla="*/ 13 h 613"/>
              <a:gd name="T4" fmla="*/ 53 w 400"/>
              <a:gd name="T5" fmla="*/ 52 h 613"/>
              <a:gd name="T6" fmla="*/ 53 w 400"/>
              <a:gd name="T7" fmla="*/ 325 h 613"/>
              <a:gd name="T8" fmla="*/ 31 w 400"/>
              <a:gd name="T9" fmla="*/ 338 h 613"/>
              <a:gd name="T10" fmla="*/ 0 w 400"/>
              <a:gd name="T11" fmla="*/ 412 h 613"/>
              <a:gd name="T12" fmla="*/ 14 w 400"/>
              <a:gd name="T13" fmla="*/ 471 h 613"/>
              <a:gd name="T14" fmla="*/ 52 w 400"/>
              <a:gd name="T15" fmla="*/ 547 h 613"/>
              <a:gd name="T16" fmla="*/ 52 w 400"/>
              <a:gd name="T17" fmla="*/ 547 h 613"/>
              <a:gd name="T18" fmla="*/ 52 w 400"/>
              <a:gd name="T19" fmla="*/ 547 h 613"/>
              <a:gd name="T20" fmla="*/ 159 w 400"/>
              <a:gd name="T21" fmla="*/ 613 h 613"/>
              <a:gd name="T22" fmla="*/ 280 w 400"/>
              <a:gd name="T23" fmla="*/ 613 h 613"/>
              <a:gd name="T24" fmla="*/ 400 w 400"/>
              <a:gd name="T25" fmla="*/ 493 h 613"/>
              <a:gd name="T26" fmla="*/ 400 w 400"/>
              <a:gd name="T27" fmla="*/ 253 h 613"/>
              <a:gd name="T28" fmla="*/ 393 w 400"/>
              <a:gd name="T29" fmla="*/ 213 h 613"/>
              <a:gd name="T30" fmla="*/ 347 w 400"/>
              <a:gd name="T31" fmla="*/ 186 h 613"/>
              <a:gd name="T32" fmla="*/ 316 w 400"/>
              <a:gd name="T33" fmla="*/ 196 h 613"/>
              <a:gd name="T34" fmla="*/ 307 w 400"/>
              <a:gd name="T35" fmla="*/ 177 h 613"/>
              <a:gd name="T36" fmla="*/ 267 w 400"/>
              <a:gd name="T37" fmla="*/ 160 h 613"/>
              <a:gd name="T38" fmla="*/ 231 w 400"/>
              <a:gd name="T39" fmla="*/ 173 h 613"/>
              <a:gd name="T40" fmla="*/ 187 w 400"/>
              <a:gd name="T41" fmla="*/ 146 h 613"/>
              <a:gd name="T42" fmla="*/ 160 w 400"/>
              <a:gd name="T43" fmla="*/ 154 h 613"/>
              <a:gd name="T44" fmla="*/ 160 w 400"/>
              <a:gd name="T45" fmla="*/ 53 h 613"/>
              <a:gd name="T46" fmla="*/ 142 w 400"/>
              <a:gd name="T47" fmla="*/ 13 h 613"/>
              <a:gd name="T48" fmla="*/ 107 w 400"/>
              <a:gd name="T49" fmla="*/ 0 h 613"/>
              <a:gd name="T50" fmla="*/ 107 w 400"/>
              <a:gd name="T51" fmla="*/ 26 h 613"/>
              <a:gd name="T52" fmla="*/ 125 w 400"/>
              <a:gd name="T53" fmla="*/ 33 h 613"/>
              <a:gd name="T54" fmla="*/ 133 w 400"/>
              <a:gd name="T55" fmla="*/ 53 h 613"/>
              <a:gd name="T56" fmla="*/ 133 w 400"/>
              <a:gd name="T57" fmla="*/ 200 h 613"/>
              <a:gd name="T58" fmla="*/ 133 w 400"/>
              <a:gd name="T59" fmla="*/ 253 h 613"/>
              <a:gd name="T60" fmla="*/ 160 w 400"/>
              <a:gd name="T61" fmla="*/ 253 h 613"/>
              <a:gd name="T62" fmla="*/ 160 w 400"/>
              <a:gd name="T63" fmla="*/ 200 h 613"/>
              <a:gd name="T64" fmla="*/ 187 w 400"/>
              <a:gd name="T65" fmla="*/ 173 h 613"/>
              <a:gd name="T66" fmla="*/ 213 w 400"/>
              <a:gd name="T67" fmla="*/ 200 h 613"/>
              <a:gd name="T68" fmla="*/ 213 w 400"/>
              <a:gd name="T69" fmla="*/ 240 h 613"/>
              <a:gd name="T70" fmla="*/ 240 w 400"/>
              <a:gd name="T71" fmla="*/ 240 h 613"/>
              <a:gd name="T72" fmla="*/ 240 w 400"/>
              <a:gd name="T73" fmla="*/ 213 h 613"/>
              <a:gd name="T74" fmla="*/ 245 w 400"/>
              <a:gd name="T75" fmla="*/ 194 h 613"/>
              <a:gd name="T76" fmla="*/ 267 w 400"/>
              <a:gd name="T77" fmla="*/ 186 h 613"/>
              <a:gd name="T78" fmla="*/ 286 w 400"/>
              <a:gd name="T79" fmla="*/ 194 h 613"/>
              <a:gd name="T80" fmla="*/ 293 w 400"/>
              <a:gd name="T81" fmla="*/ 226 h 613"/>
              <a:gd name="T82" fmla="*/ 293 w 400"/>
              <a:gd name="T83" fmla="*/ 253 h 613"/>
              <a:gd name="T84" fmla="*/ 320 w 400"/>
              <a:gd name="T85" fmla="*/ 253 h 613"/>
              <a:gd name="T86" fmla="*/ 325 w 400"/>
              <a:gd name="T87" fmla="*/ 225 h 613"/>
              <a:gd name="T88" fmla="*/ 347 w 400"/>
              <a:gd name="T89" fmla="*/ 213 h 613"/>
              <a:gd name="T90" fmla="*/ 369 w 400"/>
              <a:gd name="T91" fmla="*/ 225 h 613"/>
              <a:gd name="T92" fmla="*/ 373 w 400"/>
              <a:gd name="T93" fmla="*/ 253 h 613"/>
              <a:gd name="T94" fmla="*/ 373 w 400"/>
              <a:gd name="T95" fmla="*/ 493 h 613"/>
              <a:gd name="T96" fmla="*/ 280 w 400"/>
              <a:gd name="T97" fmla="*/ 586 h 613"/>
              <a:gd name="T98" fmla="*/ 159 w 400"/>
              <a:gd name="T99" fmla="*/ 586 h 613"/>
              <a:gd name="T100" fmla="*/ 76 w 400"/>
              <a:gd name="T101" fmla="*/ 535 h 613"/>
              <a:gd name="T102" fmla="*/ 76 w 400"/>
              <a:gd name="T103" fmla="*/ 535 h 613"/>
              <a:gd name="T104" fmla="*/ 39 w 400"/>
              <a:gd name="T105" fmla="*/ 461 h 613"/>
              <a:gd name="T106" fmla="*/ 27 w 400"/>
              <a:gd name="T107" fmla="*/ 412 h 613"/>
              <a:gd name="T108" fmla="*/ 49 w 400"/>
              <a:gd name="T109" fmla="*/ 358 h 613"/>
              <a:gd name="T110" fmla="*/ 70 w 400"/>
              <a:gd name="T111" fmla="*/ 346 h 613"/>
              <a:gd name="T112" fmla="*/ 80 w 400"/>
              <a:gd name="T113" fmla="*/ 333 h 613"/>
              <a:gd name="T114" fmla="*/ 80 w 400"/>
              <a:gd name="T115" fmla="*/ 52 h 613"/>
              <a:gd name="T116" fmla="*/ 88 w 400"/>
              <a:gd name="T117" fmla="*/ 33 h 613"/>
              <a:gd name="T118" fmla="*/ 107 w 400"/>
              <a:gd name="T119" fmla="*/ 26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00" h="613">
                <a:moveTo>
                  <a:pt x="107" y="0"/>
                </a:moveTo>
                <a:cubicBezTo>
                  <a:pt x="94" y="0"/>
                  <a:pt x="81" y="4"/>
                  <a:pt x="71" y="13"/>
                </a:cubicBezTo>
                <a:cubicBezTo>
                  <a:pt x="61" y="21"/>
                  <a:pt x="53" y="35"/>
                  <a:pt x="53" y="52"/>
                </a:cubicBezTo>
                <a:lnTo>
                  <a:pt x="53" y="325"/>
                </a:lnTo>
                <a:cubicBezTo>
                  <a:pt x="47" y="328"/>
                  <a:pt x="42" y="328"/>
                  <a:pt x="31" y="338"/>
                </a:cubicBezTo>
                <a:cubicBezTo>
                  <a:pt x="15" y="351"/>
                  <a:pt x="0" y="375"/>
                  <a:pt x="0" y="412"/>
                </a:cubicBezTo>
                <a:cubicBezTo>
                  <a:pt x="0" y="438"/>
                  <a:pt x="10" y="462"/>
                  <a:pt x="14" y="471"/>
                </a:cubicBezTo>
                <a:cubicBezTo>
                  <a:pt x="27" y="496"/>
                  <a:pt x="39" y="522"/>
                  <a:pt x="52" y="547"/>
                </a:cubicBezTo>
                <a:cubicBezTo>
                  <a:pt x="52" y="547"/>
                  <a:pt x="52" y="547"/>
                  <a:pt x="52" y="547"/>
                </a:cubicBezTo>
                <a:lnTo>
                  <a:pt x="52" y="547"/>
                </a:lnTo>
                <a:cubicBezTo>
                  <a:pt x="72" y="588"/>
                  <a:pt x="114" y="613"/>
                  <a:pt x="159" y="613"/>
                </a:cubicBezTo>
                <a:lnTo>
                  <a:pt x="280" y="613"/>
                </a:lnTo>
                <a:cubicBezTo>
                  <a:pt x="346" y="613"/>
                  <a:pt x="400" y="559"/>
                  <a:pt x="400" y="493"/>
                </a:cubicBezTo>
                <a:lnTo>
                  <a:pt x="400" y="253"/>
                </a:lnTo>
                <a:cubicBezTo>
                  <a:pt x="400" y="243"/>
                  <a:pt x="400" y="228"/>
                  <a:pt x="393" y="213"/>
                </a:cubicBezTo>
                <a:cubicBezTo>
                  <a:pt x="386" y="199"/>
                  <a:pt x="369" y="186"/>
                  <a:pt x="347" y="186"/>
                </a:cubicBezTo>
                <a:cubicBezTo>
                  <a:pt x="334" y="186"/>
                  <a:pt x="324" y="190"/>
                  <a:pt x="316" y="196"/>
                </a:cubicBezTo>
                <a:cubicBezTo>
                  <a:pt x="314" y="189"/>
                  <a:pt x="311" y="183"/>
                  <a:pt x="307" y="177"/>
                </a:cubicBezTo>
                <a:cubicBezTo>
                  <a:pt x="298" y="165"/>
                  <a:pt x="283" y="160"/>
                  <a:pt x="267" y="160"/>
                </a:cubicBezTo>
                <a:cubicBezTo>
                  <a:pt x="252" y="160"/>
                  <a:pt x="240" y="165"/>
                  <a:pt x="231" y="173"/>
                </a:cubicBezTo>
                <a:cubicBezTo>
                  <a:pt x="222" y="158"/>
                  <a:pt x="207" y="146"/>
                  <a:pt x="187" y="146"/>
                </a:cubicBezTo>
                <a:cubicBezTo>
                  <a:pt x="176" y="146"/>
                  <a:pt x="168" y="150"/>
                  <a:pt x="160" y="154"/>
                </a:cubicBezTo>
                <a:lnTo>
                  <a:pt x="160" y="53"/>
                </a:lnTo>
                <a:cubicBezTo>
                  <a:pt x="160" y="36"/>
                  <a:pt x="153" y="22"/>
                  <a:pt x="142" y="13"/>
                </a:cubicBezTo>
                <a:cubicBezTo>
                  <a:pt x="132" y="4"/>
                  <a:pt x="119" y="0"/>
                  <a:pt x="107" y="0"/>
                </a:cubicBezTo>
                <a:close/>
                <a:moveTo>
                  <a:pt x="107" y="26"/>
                </a:moveTo>
                <a:cubicBezTo>
                  <a:pt x="113" y="26"/>
                  <a:pt x="120" y="29"/>
                  <a:pt x="125" y="33"/>
                </a:cubicBezTo>
                <a:cubicBezTo>
                  <a:pt x="130" y="37"/>
                  <a:pt x="133" y="43"/>
                  <a:pt x="133" y="53"/>
                </a:cubicBezTo>
                <a:lnTo>
                  <a:pt x="133" y="200"/>
                </a:lnTo>
                <a:lnTo>
                  <a:pt x="133" y="253"/>
                </a:lnTo>
                <a:cubicBezTo>
                  <a:pt x="133" y="269"/>
                  <a:pt x="160" y="268"/>
                  <a:pt x="160" y="253"/>
                </a:cubicBezTo>
                <a:lnTo>
                  <a:pt x="160" y="200"/>
                </a:lnTo>
                <a:cubicBezTo>
                  <a:pt x="160" y="188"/>
                  <a:pt x="169" y="173"/>
                  <a:pt x="187" y="173"/>
                </a:cubicBezTo>
                <a:cubicBezTo>
                  <a:pt x="204" y="173"/>
                  <a:pt x="213" y="188"/>
                  <a:pt x="213" y="200"/>
                </a:cubicBezTo>
                <a:lnTo>
                  <a:pt x="213" y="240"/>
                </a:lnTo>
                <a:cubicBezTo>
                  <a:pt x="213" y="258"/>
                  <a:pt x="240" y="255"/>
                  <a:pt x="240" y="240"/>
                </a:cubicBezTo>
                <a:cubicBezTo>
                  <a:pt x="240" y="231"/>
                  <a:pt x="240" y="222"/>
                  <a:pt x="240" y="213"/>
                </a:cubicBezTo>
                <a:cubicBezTo>
                  <a:pt x="240" y="206"/>
                  <a:pt x="242" y="199"/>
                  <a:pt x="245" y="194"/>
                </a:cubicBezTo>
                <a:cubicBezTo>
                  <a:pt x="249" y="190"/>
                  <a:pt x="254" y="186"/>
                  <a:pt x="267" y="186"/>
                </a:cubicBezTo>
                <a:cubicBezTo>
                  <a:pt x="277" y="186"/>
                  <a:pt x="282" y="189"/>
                  <a:pt x="286" y="194"/>
                </a:cubicBezTo>
                <a:cubicBezTo>
                  <a:pt x="290" y="199"/>
                  <a:pt x="293" y="209"/>
                  <a:pt x="293" y="226"/>
                </a:cubicBezTo>
                <a:lnTo>
                  <a:pt x="293" y="253"/>
                </a:lnTo>
                <a:cubicBezTo>
                  <a:pt x="293" y="271"/>
                  <a:pt x="320" y="272"/>
                  <a:pt x="320" y="253"/>
                </a:cubicBezTo>
                <a:cubicBezTo>
                  <a:pt x="320" y="244"/>
                  <a:pt x="321" y="233"/>
                  <a:pt x="325" y="225"/>
                </a:cubicBezTo>
                <a:cubicBezTo>
                  <a:pt x="328" y="217"/>
                  <a:pt x="332" y="213"/>
                  <a:pt x="347" y="213"/>
                </a:cubicBezTo>
                <a:cubicBezTo>
                  <a:pt x="361" y="213"/>
                  <a:pt x="365" y="217"/>
                  <a:pt x="369" y="225"/>
                </a:cubicBezTo>
                <a:cubicBezTo>
                  <a:pt x="372" y="233"/>
                  <a:pt x="373" y="244"/>
                  <a:pt x="373" y="253"/>
                </a:cubicBezTo>
                <a:lnTo>
                  <a:pt x="373" y="493"/>
                </a:lnTo>
                <a:cubicBezTo>
                  <a:pt x="373" y="544"/>
                  <a:pt x="331" y="586"/>
                  <a:pt x="280" y="586"/>
                </a:cubicBezTo>
                <a:lnTo>
                  <a:pt x="159" y="586"/>
                </a:lnTo>
                <a:cubicBezTo>
                  <a:pt x="124" y="586"/>
                  <a:pt x="91" y="566"/>
                  <a:pt x="76" y="535"/>
                </a:cubicBezTo>
                <a:lnTo>
                  <a:pt x="76" y="535"/>
                </a:lnTo>
                <a:lnTo>
                  <a:pt x="39" y="461"/>
                </a:lnTo>
                <a:cubicBezTo>
                  <a:pt x="34" y="443"/>
                  <a:pt x="27" y="427"/>
                  <a:pt x="27" y="412"/>
                </a:cubicBezTo>
                <a:cubicBezTo>
                  <a:pt x="27" y="382"/>
                  <a:pt x="38" y="367"/>
                  <a:pt x="49" y="358"/>
                </a:cubicBezTo>
                <a:cubicBezTo>
                  <a:pt x="60" y="348"/>
                  <a:pt x="70" y="346"/>
                  <a:pt x="70" y="346"/>
                </a:cubicBezTo>
                <a:cubicBezTo>
                  <a:pt x="76" y="344"/>
                  <a:pt x="80" y="339"/>
                  <a:pt x="80" y="333"/>
                </a:cubicBezTo>
                <a:lnTo>
                  <a:pt x="80" y="52"/>
                </a:lnTo>
                <a:cubicBezTo>
                  <a:pt x="80" y="43"/>
                  <a:pt x="83" y="37"/>
                  <a:pt x="88" y="33"/>
                </a:cubicBezTo>
                <a:cubicBezTo>
                  <a:pt x="93" y="29"/>
                  <a:pt x="100" y="26"/>
                  <a:pt x="107" y="26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5374" y="211128"/>
            <a:ext cx="6177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신청 순서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34" name="그룹 33"/>
          <p:cNvGrpSpPr>
            <a:grpSpLocks noChangeAspect="1"/>
          </p:cNvGrpSpPr>
          <p:nvPr/>
        </p:nvGrpSpPr>
        <p:grpSpPr>
          <a:xfrm>
            <a:off x="6084905" y="3458442"/>
            <a:ext cx="740746" cy="498935"/>
            <a:chOff x="7533455" y="4796609"/>
            <a:chExt cx="1126663" cy="758872"/>
          </a:xfrm>
        </p:grpSpPr>
        <p:sp>
          <p:nvSpPr>
            <p:cNvPr id="35" name="Hand"/>
            <p:cNvSpPr>
              <a:spLocks noChangeAspect="1" noEditPoints="1"/>
            </p:cNvSpPr>
            <p:nvPr/>
          </p:nvSpPr>
          <p:spPr bwMode="auto">
            <a:xfrm rot="5400000">
              <a:off x="7629593" y="4700471"/>
              <a:ext cx="569432" cy="761707"/>
            </a:xfrm>
            <a:custGeom>
              <a:avLst/>
              <a:gdLst>
                <a:gd name="T0" fmla="*/ 289 w 502"/>
                <a:gd name="T1" fmla="*/ 0 h 667"/>
                <a:gd name="T2" fmla="*/ 235 w 502"/>
                <a:gd name="T3" fmla="*/ 54 h 667"/>
                <a:gd name="T4" fmla="*/ 235 w 502"/>
                <a:gd name="T5" fmla="*/ 62 h 667"/>
                <a:gd name="T6" fmla="*/ 209 w 502"/>
                <a:gd name="T7" fmla="*/ 54 h 667"/>
                <a:gd name="T8" fmla="*/ 154 w 502"/>
                <a:gd name="T9" fmla="*/ 105 h 667"/>
                <a:gd name="T10" fmla="*/ 154 w 502"/>
                <a:gd name="T11" fmla="*/ 392 h 667"/>
                <a:gd name="T12" fmla="*/ 110 w 502"/>
                <a:gd name="T13" fmla="*/ 339 h 667"/>
                <a:gd name="T14" fmla="*/ 26 w 502"/>
                <a:gd name="T15" fmla="*/ 339 h 667"/>
                <a:gd name="T16" fmla="*/ 25 w 502"/>
                <a:gd name="T17" fmla="*/ 422 h 667"/>
                <a:gd name="T18" fmla="*/ 179 w 502"/>
                <a:gd name="T19" fmla="*/ 620 h 667"/>
                <a:gd name="T20" fmla="*/ 274 w 502"/>
                <a:gd name="T21" fmla="*/ 667 h 667"/>
                <a:gd name="T22" fmla="*/ 382 w 502"/>
                <a:gd name="T23" fmla="*/ 667 h 667"/>
                <a:gd name="T24" fmla="*/ 502 w 502"/>
                <a:gd name="T25" fmla="*/ 547 h 667"/>
                <a:gd name="T26" fmla="*/ 502 w 502"/>
                <a:gd name="T27" fmla="*/ 160 h 667"/>
                <a:gd name="T28" fmla="*/ 494 w 502"/>
                <a:gd name="T29" fmla="*/ 121 h 667"/>
                <a:gd name="T30" fmla="*/ 449 w 502"/>
                <a:gd name="T31" fmla="*/ 94 h 667"/>
                <a:gd name="T32" fmla="*/ 422 w 502"/>
                <a:gd name="T33" fmla="*/ 101 h 667"/>
                <a:gd name="T34" fmla="*/ 422 w 502"/>
                <a:gd name="T35" fmla="*/ 94 h 667"/>
                <a:gd name="T36" fmla="*/ 409 w 502"/>
                <a:gd name="T37" fmla="*/ 45 h 667"/>
                <a:gd name="T38" fmla="*/ 369 w 502"/>
                <a:gd name="T39" fmla="*/ 27 h 667"/>
                <a:gd name="T40" fmla="*/ 338 w 502"/>
                <a:gd name="T41" fmla="*/ 36 h 667"/>
                <a:gd name="T42" fmla="*/ 289 w 502"/>
                <a:gd name="T43" fmla="*/ 0 h 667"/>
                <a:gd name="T44" fmla="*/ 289 w 502"/>
                <a:gd name="T45" fmla="*/ 27 h 667"/>
                <a:gd name="T46" fmla="*/ 315 w 502"/>
                <a:gd name="T47" fmla="*/ 54 h 667"/>
                <a:gd name="T48" fmla="*/ 315 w 502"/>
                <a:gd name="T49" fmla="*/ 294 h 667"/>
                <a:gd name="T50" fmla="*/ 342 w 502"/>
                <a:gd name="T51" fmla="*/ 294 h 667"/>
                <a:gd name="T52" fmla="*/ 342 w 502"/>
                <a:gd name="T53" fmla="*/ 80 h 667"/>
                <a:gd name="T54" fmla="*/ 347 w 502"/>
                <a:gd name="T55" fmla="*/ 62 h 667"/>
                <a:gd name="T56" fmla="*/ 369 w 502"/>
                <a:gd name="T57" fmla="*/ 54 h 667"/>
                <a:gd name="T58" fmla="*/ 388 w 502"/>
                <a:gd name="T59" fmla="*/ 61 h 667"/>
                <a:gd name="T60" fmla="*/ 395 w 502"/>
                <a:gd name="T61" fmla="*/ 94 h 667"/>
                <a:gd name="T62" fmla="*/ 395 w 502"/>
                <a:gd name="T63" fmla="*/ 320 h 667"/>
                <a:gd name="T64" fmla="*/ 422 w 502"/>
                <a:gd name="T65" fmla="*/ 320 h 667"/>
                <a:gd name="T66" fmla="*/ 422 w 502"/>
                <a:gd name="T67" fmla="*/ 160 h 667"/>
                <a:gd name="T68" fmla="*/ 426 w 502"/>
                <a:gd name="T69" fmla="*/ 133 h 667"/>
                <a:gd name="T70" fmla="*/ 449 w 502"/>
                <a:gd name="T71" fmla="*/ 120 h 667"/>
                <a:gd name="T72" fmla="*/ 471 w 502"/>
                <a:gd name="T73" fmla="*/ 133 h 667"/>
                <a:gd name="T74" fmla="*/ 475 w 502"/>
                <a:gd name="T75" fmla="*/ 160 h 667"/>
                <a:gd name="T76" fmla="*/ 475 w 502"/>
                <a:gd name="T77" fmla="*/ 547 h 667"/>
                <a:gd name="T78" fmla="*/ 382 w 502"/>
                <a:gd name="T79" fmla="*/ 640 h 667"/>
                <a:gd name="T80" fmla="*/ 274 w 502"/>
                <a:gd name="T81" fmla="*/ 640 h 667"/>
                <a:gd name="T82" fmla="*/ 201 w 502"/>
                <a:gd name="T83" fmla="*/ 604 h 667"/>
                <a:gd name="T84" fmla="*/ 45 w 502"/>
                <a:gd name="T85" fmla="*/ 404 h 667"/>
                <a:gd name="T86" fmla="*/ 45 w 502"/>
                <a:gd name="T87" fmla="*/ 358 h 667"/>
                <a:gd name="T88" fmla="*/ 91 w 502"/>
                <a:gd name="T89" fmla="*/ 358 h 667"/>
                <a:gd name="T90" fmla="*/ 157 w 502"/>
                <a:gd name="T91" fmla="*/ 437 h 667"/>
                <a:gd name="T92" fmla="*/ 181 w 502"/>
                <a:gd name="T93" fmla="*/ 428 h 667"/>
                <a:gd name="T94" fmla="*/ 181 w 502"/>
                <a:gd name="T95" fmla="*/ 106 h 667"/>
                <a:gd name="T96" fmla="*/ 209 w 502"/>
                <a:gd name="T97" fmla="*/ 80 h 667"/>
                <a:gd name="T98" fmla="*/ 227 w 502"/>
                <a:gd name="T99" fmla="*/ 87 h 667"/>
                <a:gd name="T100" fmla="*/ 235 w 502"/>
                <a:gd name="T101" fmla="*/ 107 h 667"/>
                <a:gd name="T102" fmla="*/ 235 w 502"/>
                <a:gd name="T103" fmla="*/ 307 h 667"/>
                <a:gd name="T104" fmla="*/ 262 w 502"/>
                <a:gd name="T105" fmla="*/ 307 h 667"/>
                <a:gd name="T106" fmla="*/ 262 w 502"/>
                <a:gd name="T107" fmla="*/ 54 h 667"/>
                <a:gd name="T108" fmla="*/ 289 w 502"/>
                <a:gd name="T109" fmla="*/ 27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02" h="667">
                  <a:moveTo>
                    <a:pt x="289" y="0"/>
                  </a:moveTo>
                  <a:cubicBezTo>
                    <a:pt x="256" y="0"/>
                    <a:pt x="235" y="28"/>
                    <a:pt x="235" y="54"/>
                  </a:cubicBezTo>
                  <a:lnTo>
                    <a:pt x="235" y="62"/>
                  </a:lnTo>
                  <a:cubicBezTo>
                    <a:pt x="227" y="57"/>
                    <a:pt x="218" y="54"/>
                    <a:pt x="209" y="54"/>
                  </a:cubicBezTo>
                  <a:cubicBezTo>
                    <a:pt x="183" y="54"/>
                    <a:pt x="156" y="73"/>
                    <a:pt x="154" y="105"/>
                  </a:cubicBezTo>
                  <a:cubicBezTo>
                    <a:pt x="154" y="201"/>
                    <a:pt x="154" y="296"/>
                    <a:pt x="154" y="392"/>
                  </a:cubicBezTo>
                  <a:cubicBezTo>
                    <a:pt x="139" y="374"/>
                    <a:pt x="125" y="357"/>
                    <a:pt x="110" y="339"/>
                  </a:cubicBezTo>
                  <a:cubicBezTo>
                    <a:pt x="88" y="315"/>
                    <a:pt x="50" y="315"/>
                    <a:pt x="26" y="339"/>
                  </a:cubicBezTo>
                  <a:cubicBezTo>
                    <a:pt x="0" y="364"/>
                    <a:pt x="11" y="407"/>
                    <a:pt x="25" y="422"/>
                  </a:cubicBezTo>
                  <a:lnTo>
                    <a:pt x="179" y="620"/>
                  </a:lnTo>
                  <a:cubicBezTo>
                    <a:pt x="202" y="650"/>
                    <a:pt x="237" y="667"/>
                    <a:pt x="274" y="667"/>
                  </a:cubicBezTo>
                  <a:lnTo>
                    <a:pt x="382" y="667"/>
                  </a:lnTo>
                  <a:cubicBezTo>
                    <a:pt x="448" y="667"/>
                    <a:pt x="502" y="613"/>
                    <a:pt x="502" y="547"/>
                  </a:cubicBezTo>
                  <a:lnTo>
                    <a:pt x="502" y="160"/>
                  </a:lnTo>
                  <a:cubicBezTo>
                    <a:pt x="502" y="151"/>
                    <a:pt x="501" y="135"/>
                    <a:pt x="494" y="121"/>
                  </a:cubicBezTo>
                  <a:cubicBezTo>
                    <a:pt x="488" y="107"/>
                    <a:pt x="471" y="94"/>
                    <a:pt x="449" y="94"/>
                  </a:cubicBezTo>
                  <a:cubicBezTo>
                    <a:pt x="438" y="94"/>
                    <a:pt x="429" y="97"/>
                    <a:pt x="422" y="101"/>
                  </a:cubicBezTo>
                  <a:lnTo>
                    <a:pt x="422" y="94"/>
                  </a:lnTo>
                  <a:cubicBezTo>
                    <a:pt x="422" y="74"/>
                    <a:pt x="418" y="57"/>
                    <a:pt x="409" y="45"/>
                  </a:cubicBezTo>
                  <a:cubicBezTo>
                    <a:pt x="400" y="33"/>
                    <a:pt x="385" y="27"/>
                    <a:pt x="369" y="27"/>
                  </a:cubicBezTo>
                  <a:cubicBezTo>
                    <a:pt x="356" y="27"/>
                    <a:pt x="347" y="31"/>
                    <a:pt x="338" y="36"/>
                  </a:cubicBezTo>
                  <a:cubicBezTo>
                    <a:pt x="332" y="17"/>
                    <a:pt x="314" y="0"/>
                    <a:pt x="289" y="0"/>
                  </a:cubicBezTo>
                  <a:close/>
                  <a:moveTo>
                    <a:pt x="289" y="27"/>
                  </a:moveTo>
                  <a:cubicBezTo>
                    <a:pt x="306" y="27"/>
                    <a:pt x="315" y="42"/>
                    <a:pt x="315" y="54"/>
                  </a:cubicBezTo>
                  <a:lnTo>
                    <a:pt x="315" y="294"/>
                  </a:lnTo>
                  <a:lnTo>
                    <a:pt x="342" y="294"/>
                  </a:lnTo>
                  <a:lnTo>
                    <a:pt x="342" y="80"/>
                  </a:lnTo>
                  <a:cubicBezTo>
                    <a:pt x="342" y="73"/>
                    <a:pt x="344" y="66"/>
                    <a:pt x="347" y="62"/>
                  </a:cubicBezTo>
                  <a:cubicBezTo>
                    <a:pt x="351" y="57"/>
                    <a:pt x="356" y="54"/>
                    <a:pt x="369" y="54"/>
                  </a:cubicBezTo>
                  <a:cubicBezTo>
                    <a:pt x="379" y="54"/>
                    <a:pt x="384" y="56"/>
                    <a:pt x="388" y="61"/>
                  </a:cubicBezTo>
                  <a:cubicBezTo>
                    <a:pt x="392" y="66"/>
                    <a:pt x="395" y="77"/>
                    <a:pt x="395" y="94"/>
                  </a:cubicBezTo>
                  <a:lnTo>
                    <a:pt x="395" y="320"/>
                  </a:lnTo>
                  <a:lnTo>
                    <a:pt x="422" y="320"/>
                  </a:lnTo>
                  <a:lnTo>
                    <a:pt x="422" y="160"/>
                  </a:lnTo>
                  <a:cubicBezTo>
                    <a:pt x="422" y="152"/>
                    <a:pt x="423" y="140"/>
                    <a:pt x="426" y="133"/>
                  </a:cubicBezTo>
                  <a:cubicBezTo>
                    <a:pt x="430" y="125"/>
                    <a:pt x="434" y="120"/>
                    <a:pt x="449" y="120"/>
                  </a:cubicBezTo>
                  <a:cubicBezTo>
                    <a:pt x="463" y="120"/>
                    <a:pt x="467" y="125"/>
                    <a:pt x="471" y="133"/>
                  </a:cubicBezTo>
                  <a:cubicBezTo>
                    <a:pt x="474" y="140"/>
                    <a:pt x="475" y="152"/>
                    <a:pt x="475" y="160"/>
                  </a:cubicBezTo>
                  <a:lnTo>
                    <a:pt x="475" y="547"/>
                  </a:lnTo>
                  <a:cubicBezTo>
                    <a:pt x="475" y="599"/>
                    <a:pt x="433" y="640"/>
                    <a:pt x="382" y="640"/>
                  </a:cubicBezTo>
                  <a:lnTo>
                    <a:pt x="274" y="640"/>
                  </a:lnTo>
                  <a:cubicBezTo>
                    <a:pt x="244" y="640"/>
                    <a:pt x="218" y="628"/>
                    <a:pt x="201" y="604"/>
                  </a:cubicBezTo>
                  <a:cubicBezTo>
                    <a:pt x="146" y="535"/>
                    <a:pt x="91" y="464"/>
                    <a:pt x="45" y="404"/>
                  </a:cubicBezTo>
                  <a:cubicBezTo>
                    <a:pt x="32" y="386"/>
                    <a:pt x="33" y="369"/>
                    <a:pt x="45" y="358"/>
                  </a:cubicBezTo>
                  <a:cubicBezTo>
                    <a:pt x="58" y="344"/>
                    <a:pt x="78" y="344"/>
                    <a:pt x="91" y="358"/>
                  </a:cubicBezTo>
                  <a:lnTo>
                    <a:pt x="157" y="437"/>
                  </a:lnTo>
                  <a:cubicBezTo>
                    <a:pt x="165" y="447"/>
                    <a:pt x="181" y="441"/>
                    <a:pt x="181" y="428"/>
                  </a:cubicBezTo>
                  <a:lnTo>
                    <a:pt x="181" y="106"/>
                  </a:lnTo>
                  <a:cubicBezTo>
                    <a:pt x="181" y="88"/>
                    <a:pt x="196" y="80"/>
                    <a:pt x="209" y="80"/>
                  </a:cubicBezTo>
                  <a:cubicBezTo>
                    <a:pt x="215" y="80"/>
                    <a:pt x="222" y="83"/>
                    <a:pt x="227" y="87"/>
                  </a:cubicBezTo>
                  <a:cubicBezTo>
                    <a:pt x="232" y="92"/>
                    <a:pt x="235" y="97"/>
                    <a:pt x="235" y="107"/>
                  </a:cubicBezTo>
                  <a:lnTo>
                    <a:pt x="235" y="307"/>
                  </a:lnTo>
                  <a:lnTo>
                    <a:pt x="262" y="307"/>
                  </a:lnTo>
                  <a:lnTo>
                    <a:pt x="262" y="54"/>
                  </a:lnTo>
                  <a:cubicBezTo>
                    <a:pt x="262" y="42"/>
                    <a:pt x="271" y="27"/>
                    <a:pt x="289" y="2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Credit Card"/>
            <p:cNvSpPr>
              <a:spLocks noChangeAspect="1" noEditPoints="1"/>
            </p:cNvSpPr>
            <p:nvPr/>
          </p:nvSpPr>
          <p:spPr bwMode="auto">
            <a:xfrm>
              <a:off x="7865426" y="4997506"/>
              <a:ext cx="794692" cy="557975"/>
            </a:xfrm>
            <a:custGeom>
              <a:avLst/>
              <a:gdLst>
                <a:gd name="T0" fmla="*/ 80 w 613"/>
                <a:gd name="T1" fmla="*/ 0 h 427"/>
                <a:gd name="T2" fmla="*/ 21 w 613"/>
                <a:gd name="T3" fmla="*/ 28 h 427"/>
                <a:gd name="T4" fmla="*/ 0 w 613"/>
                <a:gd name="T5" fmla="*/ 80 h 427"/>
                <a:gd name="T6" fmla="*/ 0 w 613"/>
                <a:gd name="T7" fmla="*/ 352 h 427"/>
                <a:gd name="T8" fmla="*/ 75 w 613"/>
                <a:gd name="T9" fmla="*/ 427 h 427"/>
                <a:gd name="T10" fmla="*/ 538 w 613"/>
                <a:gd name="T11" fmla="*/ 427 h 427"/>
                <a:gd name="T12" fmla="*/ 613 w 613"/>
                <a:gd name="T13" fmla="*/ 352 h 427"/>
                <a:gd name="T14" fmla="*/ 613 w 613"/>
                <a:gd name="T15" fmla="*/ 78 h 427"/>
                <a:gd name="T16" fmla="*/ 533 w 613"/>
                <a:gd name="T17" fmla="*/ 0 h 427"/>
                <a:gd name="T18" fmla="*/ 80 w 613"/>
                <a:gd name="T19" fmla="*/ 0 h 427"/>
                <a:gd name="T20" fmla="*/ 80 w 613"/>
                <a:gd name="T21" fmla="*/ 27 h 427"/>
                <a:gd name="T22" fmla="*/ 533 w 613"/>
                <a:gd name="T23" fmla="*/ 27 h 427"/>
                <a:gd name="T24" fmla="*/ 587 w 613"/>
                <a:gd name="T25" fmla="*/ 78 h 427"/>
                <a:gd name="T26" fmla="*/ 587 w 613"/>
                <a:gd name="T27" fmla="*/ 93 h 427"/>
                <a:gd name="T28" fmla="*/ 27 w 613"/>
                <a:gd name="T29" fmla="*/ 93 h 427"/>
                <a:gd name="T30" fmla="*/ 27 w 613"/>
                <a:gd name="T31" fmla="*/ 80 h 427"/>
                <a:gd name="T32" fmla="*/ 41 w 613"/>
                <a:gd name="T33" fmla="*/ 46 h 427"/>
                <a:gd name="T34" fmla="*/ 80 w 613"/>
                <a:gd name="T35" fmla="*/ 27 h 427"/>
                <a:gd name="T36" fmla="*/ 27 w 613"/>
                <a:gd name="T37" fmla="*/ 160 h 427"/>
                <a:gd name="T38" fmla="*/ 587 w 613"/>
                <a:gd name="T39" fmla="*/ 160 h 427"/>
                <a:gd name="T40" fmla="*/ 587 w 613"/>
                <a:gd name="T41" fmla="*/ 352 h 427"/>
                <a:gd name="T42" fmla="*/ 538 w 613"/>
                <a:gd name="T43" fmla="*/ 400 h 427"/>
                <a:gd name="T44" fmla="*/ 75 w 613"/>
                <a:gd name="T45" fmla="*/ 400 h 427"/>
                <a:gd name="T46" fmla="*/ 27 w 613"/>
                <a:gd name="T47" fmla="*/ 352 h 427"/>
                <a:gd name="T48" fmla="*/ 27 w 613"/>
                <a:gd name="T49" fmla="*/ 16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13" h="427">
                  <a:moveTo>
                    <a:pt x="80" y="0"/>
                  </a:moveTo>
                  <a:cubicBezTo>
                    <a:pt x="55" y="0"/>
                    <a:pt x="35" y="12"/>
                    <a:pt x="21" y="28"/>
                  </a:cubicBezTo>
                  <a:cubicBezTo>
                    <a:pt x="8" y="44"/>
                    <a:pt x="0" y="63"/>
                    <a:pt x="0" y="80"/>
                  </a:cubicBezTo>
                  <a:lnTo>
                    <a:pt x="0" y="352"/>
                  </a:lnTo>
                  <a:cubicBezTo>
                    <a:pt x="0" y="393"/>
                    <a:pt x="34" y="427"/>
                    <a:pt x="75" y="427"/>
                  </a:cubicBezTo>
                  <a:lnTo>
                    <a:pt x="538" y="427"/>
                  </a:lnTo>
                  <a:cubicBezTo>
                    <a:pt x="580" y="427"/>
                    <a:pt x="613" y="393"/>
                    <a:pt x="613" y="352"/>
                  </a:cubicBezTo>
                  <a:lnTo>
                    <a:pt x="613" y="78"/>
                  </a:lnTo>
                  <a:cubicBezTo>
                    <a:pt x="613" y="36"/>
                    <a:pt x="575" y="0"/>
                    <a:pt x="533" y="0"/>
                  </a:cubicBezTo>
                  <a:lnTo>
                    <a:pt x="80" y="0"/>
                  </a:lnTo>
                  <a:close/>
                  <a:moveTo>
                    <a:pt x="80" y="27"/>
                  </a:moveTo>
                  <a:lnTo>
                    <a:pt x="533" y="27"/>
                  </a:lnTo>
                  <a:cubicBezTo>
                    <a:pt x="559" y="27"/>
                    <a:pt x="587" y="53"/>
                    <a:pt x="587" y="78"/>
                  </a:cubicBezTo>
                  <a:lnTo>
                    <a:pt x="587" y="93"/>
                  </a:lnTo>
                  <a:lnTo>
                    <a:pt x="27" y="93"/>
                  </a:lnTo>
                  <a:lnTo>
                    <a:pt x="27" y="80"/>
                  </a:lnTo>
                  <a:cubicBezTo>
                    <a:pt x="27" y="71"/>
                    <a:pt x="32" y="57"/>
                    <a:pt x="41" y="46"/>
                  </a:cubicBezTo>
                  <a:cubicBezTo>
                    <a:pt x="51" y="35"/>
                    <a:pt x="64" y="27"/>
                    <a:pt x="80" y="27"/>
                  </a:cubicBezTo>
                  <a:close/>
                  <a:moveTo>
                    <a:pt x="27" y="160"/>
                  </a:moveTo>
                  <a:lnTo>
                    <a:pt x="587" y="160"/>
                  </a:lnTo>
                  <a:lnTo>
                    <a:pt x="587" y="352"/>
                  </a:lnTo>
                  <a:cubicBezTo>
                    <a:pt x="587" y="379"/>
                    <a:pt x="565" y="400"/>
                    <a:pt x="538" y="400"/>
                  </a:cubicBezTo>
                  <a:lnTo>
                    <a:pt x="75" y="400"/>
                  </a:lnTo>
                  <a:cubicBezTo>
                    <a:pt x="48" y="400"/>
                    <a:pt x="27" y="379"/>
                    <a:pt x="27" y="352"/>
                  </a:cubicBezTo>
                  <a:lnTo>
                    <a:pt x="27" y="16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7" name="Food"/>
          <p:cNvSpPr>
            <a:spLocks noChangeAspect="1" noEditPoints="1"/>
          </p:cNvSpPr>
          <p:nvPr/>
        </p:nvSpPr>
        <p:spPr bwMode="auto">
          <a:xfrm>
            <a:off x="6825651" y="5177561"/>
            <a:ext cx="484939" cy="489695"/>
          </a:xfrm>
          <a:custGeom>
            <a:avLst/>
            <a:gdLst>
              <a:gd name="T0" fmla="*/ 493 w 666"/>
              <a:gd name="T1" fmla="*/ 0 h 671"/>
              <a:gd name="T2" fmla="*/ 480 w 666"/>
              <a:gd name="T3" fmla="*/ 13 h 671"/>
              <a:gd name="T4" fmla="*/ 480 w 666"/>
              <a:gd name="T5" fmla="*/ 200 h 671"/>
              <a:gd name="T6" fmla="*/ 506 w 666"/>
              <a:gd name="T7" fmla="*/ 200 h 671"/>
              <a:gd name="T8" fmla="*/ 506 w 666"/>
              <a:gd name="T9" fmla="*/ 13 h 671"/>
              <a:gd name="T10" fmla="*/ 493 w 666"/>
              <a:gd name="T11" fmla="*/ 0 h 671"/>
              <a:gd name="T12" fmla="*/ 573 w 666"/>
              <a:gd name="T13" fmla="*/ 0 h 671"/>
              <a:gd name="T14" fmla="*/ 560 w 666"/>
              <a:gd name="T15" fmla="*/ 13 h 671"/>
              <a:gd name="T16" fmla="*/ 560 w 666"/>
              <a:gd name="T17" fmla="*/ 200 h 671"/>
              <a:gd name="T18" fmla="*/ 586 w 666"/>
              <a:gd name="T19" fmla="*/ 200 h 671"/>
              <a:gd name="T20" fmla="*/ 586 w 666"/>
              <a:gd name="T21" fmla="*/ 13 h 671"/>
              <a:gd name="T22" fmla="*/ 573 w 666"/>
              <a:gd name="T23" fmla="*/ 0 h 671"/>
              <a:gd name="T24" fmla="*/ 653 w 666"/>
              <a:gd name="T25" fmla="*/ 0 h 671"/>
              <a:gd name="T26" fmla="*/ 640 w 666"/>
              <a:gd name="T27" fmla="*/ 13 h 671"/>
              <a:gd name="T28" fmla="*/ 640 w 666"/>
              <a:gd name="T29" fmla="*/ 253 h 671"/>
              <a:gd name="T30" fmla="*/ 573 w 666"/>
              <a:gd name="T31" fmla="*/ 320 h 671"/>
              <a:gd name="T32" fmla="*/ 560 w 666"/>
              <a:gd name="T33" fmla="*/ 333 h 671"/>
              <a:gd name="T34" fmla="*/ 560 w 666"/>
              <a:gd name="T35" fmla="*/ 653 h 671"/>
              <a:gd name="T36" fmla="*/ 586 w 666"/>
              <a:gd name="T37" fmla="*/ 653 h 671"/>
              <a:gd name="T38" fmla="*/ 586 w 666"/>
              <a:gd name="T39" fmla="*/ 344 h 671"/>
              <a:gd name="T40" fmla="*/ 666 w 666"/>
              <a:gd name="T41" fmla="*/ 253 h 671"/>
              <a:gd name="T42" fmla="*/ 666 w 666"/>
              <a:gd name="T43" fmla="*/ 13 h 671"/>
              <a:gd name="T44" fmla="*/ 653 w 666"/>
              <a:gd name="T45" fmla="*/ 0 h 671"/>
              <a:gd name="T46" fmla="*/ 13 w 666"/>
              <a:gd name="T47" fmla="*/ 0 h 671"/>
              <a:gd name="T48" fmla="*/ 0 w 666"/>
              <a:gd name="T49" fmla="*/ 13 h 671"/>
              <a:gd name="T50" fmla="*/ 0 w 666"/>
              <a:gd name="T51" fmla="*/ 240 h 671"/>
              <a:gd name="T52" fmla="*/ 160 w 666"/>
              <a:gd name="T53" fmla="*/ 445 h 671"/>
              <a:gd name="T54" fmla="*/ 160 w 666"/>
              <a:gd name="T55" fmla="*/ 573 h 671"/>
              <a:gd name="T56" fmla="*/ 137 w 666"/>
              <a:gd name="T57" fmla="*/ 623 h 671"/>
              <a:gd name="T58" fmla="*/ 66 w 666"/>
              <a:gd name="T59" fmla="*/ 640 h 671"/>
              <a:gd name="T60" fmla="*/ 66 w 666"/>
              <a:gd name="T61" fmla="*/ 667 h 671"/>
              <a:gd name="T62" fmla="*/ 153 w 666"/>
              <a:gd name="T63" fmla="*/ 644 h 671"/>
              <a:gd name="T64" fmla="*/ 186 w 666"/>
              <a:gd name="T65" fmla="*/ 573 h 671"/>
              <a:gd name="T66" fmla="*/ 186 w 666"/>
              <a:gd name="T67" fmla="*/ 436 h 671"/>
              <a:gd name="T68" fmla="*/ 176 w 666"/>
              <a:gd name="T69" fmla="*/ 423 h 671"/>
              <a:gd name="T70" fmla="*/ 26 w 666"/>
              <a:gd name="T71" fmla="*/ 240 h 671"/>
              <a:gd name="T72" fmla="*/ 26 w 666"/>
              <a:gd name="T73" fmla="*/ 27 h 671"/>
              <a:gd name="T74" fmla="*/ 400 w 666"/>
              <a:gd name="T75" fmla="*/ 27 h 671"/>
              <a:gd name="T76" fmla="*/ 400 w 666"/>
              <a:gd name="T77" fmla="*/ 240 h 671"/>
              <a:gd name="T78" fmla="*/ 250 w 666"/>
              <a:gd name="T79" fmla="*/ 423 h 671"/>
              <a:gd name="T80" fmla="*/ 240 w 666"/>
              <a:gd name="T81" fmla="*/ 436 h 671"/>
              <a:gd name="T82" fmla="*/ 240 w 666"/>
              <a:gd name="T83" fmla="*/ 573 h 671"/>
              <a:gd name="T84" fmla="*/ 273 w 666"/>
              <a:gd name="T85" fmla="*/ 644 h 671"/>
              <a:gd name="T86" fmla="*/ 360 w 666"/>
              <a:gd name="T87" fmla="*/ 667 h 671"/>
              <a:gd name="T88" fmla="*/ 360 w 666"/>
              <a:gd name="T89" fmla="*/ 640 h 671"/>
              <a:gd name="T90" fmla="*/ 289 w 666"/>
              <a:gd name="T91" fmla="*/ 623 h 671"/>
              <a:gd name="T92" fmla="*/ 266 w 666"/>
              <a:gd name="T93" fmla="*/ 573 h 671"/>
              <a:gd name="T94" fmla="*/ 266 w 666"/>
              <a:gd name="T95" fmla="*/ 445 h 671"/>
              <a:gd name="T96" fmla="*/ 426 w 666"/>
              <a:gd name="T97" fmla="*/ 240 h 671"/>
              <a:gd name="T98" fmla="*/ 426 w 666"/>
              <a:gd name="T99" fmla="*/ 13 h 671"/>
              <a:gd name="T100" fmla="*/ 413 w 666"/>
              <a:gd name="T101" fmla="*/ 0 h 671"/>
              <a:gd name="T102" fmla="*/ 13 w 666"/>
              <a:gd name="T103" fmla="*/ 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66" h="671">
                <a:moveTo>
                  <a:pt x="493" y="0"/>
                </a:moveTo>
                <a:cubicBezTo>
                  <a:pt x="485" y="0"/>
                  <a:pt x="479" y="6"/>
                  <a:pt x="480" y="13"/>
                </a:cubicBezTo>
                <a:lnTo>
                  <a:pt x="480" y="200"/>
                </a:lnTo>
                <a:cubicBezTo>
                  <a:pt x="479" y="218"/>
                  <a:pt x="506" y="218"/>
                  <a:pt x="506" y="200"/>
                </a:cubicBezTo>
                <a:lnTo>
                  <a:pt x="506" y="13"/>
                </a:lnTo>
                <a:cubicBezTo>
                  <a:pt x="506" y="6"/>
                  <a:pt x="500" y="0"/>
                  <a:pt x="493" y="0"/>
                </a:cubicBezTo>
                <a:close/>
                <a:moveTo>
                  <a:pt x="573" y="0"/>
                </a:moveTo>
                <a:cubicBezTo>
                  <a:pt x="565" y="0"/>
                  <a:pt x="559" y="6"/>
                  <a:pt x="560" y="13"/>
                </a:cubicBezTo>
                <a:lnTo>
                  <a:pt x="560" y="200"/>
                </a:lnTo>
                <a:cubicBezTo>
                  <a:pt x="559" y="218"/>
                  <a:pt x="586" y="218"/>
                  <a:pt x="586" y="200"/>
                </a:cubicBezTo>
                <a:lnTo>
                  <a:pt x="586" y="13"/>
                </a:lnTo>
                <a:cubicBezTo>
                  <a:pt x="586" y="6"/>
                  <a:pt x="580" y="0"/>
                  <a:pt x="573" y="0"/>
                </a:cubicBezTo>
                <a:close/>
                <a:moveTo>
                  <a:pt x="653" y="0"/>
                </a:moveTo>
                <a:cubicBezTo>
                  <a:pt x="645" y="0"/>
                  <a:pt x="639" y="6"/>
                  <a:pt x="640" y="13"/>
                </a:cubicBezTo>
                <a:lnTo>
                  <a:pt x="640" y="253"/>
                </a:lnTo>
                <a:cubicBezTo>
                  <a:pt x="640" y="290"/>
                  <a:pt x="610" y="320"/>
                  <a:pt x="573" y="320"/>
                </a:cubicBezTo>
                <a:cubicBezTo>
                  <a:pt x="566" y="320"/>
                  <a:pt x="560" y="326"/>
                  <a:pt x="560" y="333"/>
                </a:cubicBezTo>
                <a:lnTo>
                  <a:pt x="560" y="653"/>
                </a:lnTo>
                <a:cubicBezTo>
                  <a:pt x="559" y="671"/>
                  <a:pt x="586" y="671"/>
                  <a:pt x="586" y="653"/>
                </a:cubicBezTo>
                <a:lnTo>
                  <a:pt x="586" y="344"/>
                </a:lnTo>
                <a:cubicBezTo>
                  <a:pt x="631" y="337"/>
                  <a:pt x="666" y="300"/>
                  <a:pt x="666" y="253"/>
                </a:cubicBezTo>
                <a:lnTo>
                  <a:pt x="666" y="13"/>
                </a:lnTo>
                <a:cubicBezTo>
                  <a:pt x="666" y="6"/>
                  <a:pt x="660" y="0"/>
                  <a:pt x="653" y="0"/>
                </a:cubicBezTo>
                <a:close/>
                <a:moveTo>
                  <a:pt x="13" y="0"/>
                </a:moveTo>
                <a:cubicBezTo>
                  <a:pt x="6" y="0"/>
                  <a:pt x="0" y="6"/>
                  <a:pt x="0" y="13"/>
                </a:cubicBezTo>
                <a:lnTo>
                  <a:pt x="0" y="240"/>
                </a:lnTo>
                <a:cubicBezTo>
                  <a:pt x="0" y="339"/>
                  <a:pt x="68" y="421"/>
                  <a:pt x="160" y="445"/>
                </a:cubicBezTo>
                <a:lnTo>
                  <a:pt x="160" y="573"/>
                </a:lnTo>
                <a:cubicBezTo>
                  <a:pt x="160" y="597"/>
                  <a:pt x="152" y="612"/>
                  <a:pt x="137" y="623"/>
                </a:cubicBezTo>
                <a:cubicBezTo>
                  <a:pt x="122" y="634"/>
                  <a:pt x="99" y="640"/>
                  <a:pt x="66" y="640"/>
                </a:cubicBezTo>
                <a:cubicBezTo>
                  <a:pt x="48" y="640"/>
                  <a:pt x="48" y="667"/>
                  <a:pt x="66" y="667"/>
                </a:cubicBezTo>
                <a:cubicBezTo>
                  <a:pt x="102" y="667"/>
                  <a:pt x="132" y="660"/>
                  <a:pt x="153" y="644"/>
                </a:cubicBezTo>
                <a:cubicBezTo>
                  <a:pt x="175" y="628"/>
                  <a:pt x="186" y="603"/>
                  <a:pt x="186" y="573"/>
                </a:cubicBezTo>
                <a:lnTo>
                  <a:pt x="186" y="436"/>
                </a:lnTo>
                <a:cubicBezTo>
                  <a:pt x="186" y="430"/>
                  <a:pt x="182" y="424"/>
                  <a:pt x="176" y="423"/>
                </a:cubicBezTo>
                <a:cubicBezTo>
                  <a:pt x="90" y="406"/>
                  <a:pt x="26" y="331"/>
                  <a:pt x="26" y="240"/>
                </a:cubicBezTo>
                <a:lnTo>
                  <a:pt x="26" y="27"/>
                </a:lnTo>
                <a:lnTo>
                  <a:pt x="400" y="27"/>
                </a:lnTo>
                <a:lnTo>
                  <a:pt x="400" y="240"/>
                </a:lnTo>
                <a:cubicBezTo>
                  <a:pt x="400" y="331"/>
                  <a:pt x="335" y="406"/>
                  <a:pt x="250" y="423"/>
                </a:cubicBezTo>
                <a:cubicBezTo>
                  <a:pt x="244" y="424"/>
                  <a:pt x="240" y="430"/>
                  <a:pt x="240" y="436"/>
                </a:cubicBezTo>
                <a:lnTo>
                  <a:pt x="240" y="573"/>
                </a:lnTo>
                <a:cubicBezTo>
                  <a:pt x="240" y="603"/>
                  <a:pt x="251" y="628"/>
                  <a:pt x="273" y="644"/>
                </a:cubicBezTo>
                <a:cubicBezTo>
                  <a:pt x="294" y="660"/>
                  <a:pt x="324" y="667"/>
                  <a:pt x="360" y="667"/>
                </a:cubicBezTo>
                <a:cubicBezTo>
                  <a:pt x="378" y="667"/>
                  <a:pt x="378" y="640"/>
                  <a:pt x="360" y="640"/>
                </a:cubicBezTo>
                <a:cubicBezTo>
                  <a:pt x="327" y="640"/>
                  <a:pt x="303" y="634"/>
                  <a:pt x="289" y="623"/>
                </a:cubicBezTo>
                <a:cubicBezTo>
                  <a:pt x="274" y="612"/>
                  <a:pt x="266" y="597"/>
                  <a:pt x="266" y="573"/>
                </a:cubicBezTo>
                <a:lnTo>
                  <a:pt x="266" y="445"/>
                </a:lnTo>
                <a:cubicBezTo>
                  <a:pt x="358" y="421"/>
                  <a:pt x="426" y="339"/>
                  <a:pt x="426" y="240"/>
                </a:cubicBezTo>
                <a:lnTo>
                  <a:pt x="426" y="13"/>
                </a:lnTo>
                <a:cubicBezTo>
                  <a:pt x="426" y="6"/>
                  <a:pt x="420" y="0"/>
                  <a:pt x="413" y="0"/>
                </a:cubicBezTo>
                <a:lnTo>
                  <a:pt x="13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794" y="1578438"/>
            <a:ext cx="7920000" cy="4708305"/>
          </a:xfrm>
          <a:prstGeom prst="rect">
            <a:avLst/>
          </a:prstGeom>
        </p:spPr>
      </p:pic>
      <p:sp>
        <p:nvSpPr>
          <p:cNvPr id="63" name="타원 62"/>
          <p:cNvSpPr/>
          <p:nvPr/>
        </p:nvSpPr>
        <p:spPr>
          <a:xfrm>
            <a:off x="4589253" y="3964911"/>
            <a:ext cx="3700731" cy="17479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23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2064" y="1116623"/>
            <a:ext cx="914400" cy="5231423"/>
          </a:xfrm>
          <a:prstGeom prst="rect">
            <a:avLst/>
          </a:prstGeom>
          <a:solidFill>
            <a:srgbClr val="1ED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Step.2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407" y="1500992"/>
            <a:ext cx="8228178" cy="4847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1079" y="1116623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학생정보시스템  </a:t>
            </a:r>
            <a:r>
              <a:rPr lang="en-US" altLang="ko-KR" sz="1400" b="1" dirty="0" smtClean="0"/>
              <a:t>- </a:t>
            </a:r>
            <a:r>
              <a:rPr lang="ko-KR" altLang="en-US" sz="1400" b="1" dirty="0" err="1" smtClean="0"/>
              <a:t>기타신청</a:t>
            </a:r>
            <a:endParaRPr lang="ko-KR" altLang="en-US" sz="1400" b="1" dirty="0"/>
          </a:p>
        </p:txBody>
      </p:sp>
      <p:sp>
        <p:nvSpPr>
          <p:cNvPr id="5" name="타원 4"/>
          <p:cNvSpPr/>
          <p:nvPr/>
        </p:nvSpPr>
        <p:spPr>
          <a:xfrm>
            <a:off x="3433312" y="2242868"/>
            <a:ext cx="65560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3371" y="222465"/>
            <a:ext cx="3302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</a:t>
            </a:r>
            <a:r>
              <a:rPr lang="ko-KR" altLang="en-US" sz="2800" dirty="0">
                <a:solidFill>
                  <a:schemeClr val="bg1"/>
                </a:solidFill>
              </a:rPr>
              <a:t>신청 순서</a:t>
            </a:r>
          </a:p>
        </p:txBody>
      </p:sp>
    </p:spTree>
    <p:extLst>
      <p:ext uri="{BB962C8B-B14F-4D97-AF65-F5344CB8AC3E}">
        <p14:creationId xmlns:p14="http://schemas.microsoft.com/office/powerpoint/2010/main" val="377726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2064" y="1112809"/>
            <a:ext cx="920124" cy="53995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Step.3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0211" y="1112809"/>
            <a:ext cx="2230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기타신청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출석인정의뢰</a:t>
            </a:r>
            <a:endParaRPr lang="ko-KR" altLang="en-US" sz="1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864" y="1511183"/>
            <a:ext cx="8213674" cy="5001217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3519577" y="2631057"/>
            <a:ext cx="681488" cy="3450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3371" y="222465"/>
            <a:ext cx="3302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</a:t>
            </a:r>
            <a:r>
              <a:rPr lang="ko-KR" altLang="en-US" sz="2800" dirty="0">
                <a:solidFill>
                  <a:schemeClr val="bg1"/>
                </a:solidFill>
              </a:rPr>
              <a:t>신청 순서</a:t>
            </a:r>
          </a:p>
        </p:txBody>
      </p:sp>
      <p:sp>
        <p:nvSpPr>
          <p:cNvPr id="7" name="타원 6"/>
          <p:cNvSpPr/>
          <p:nvPr/>
        </p:nvSpPr>
        <p:spPr>
          <a:xfrm>
            <a:off x="6190888" y="1618891"/>
            <a:ext cx="1288213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8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41" y="1440608"/>
            <a:ext cx="8246854" cy="251049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Step.4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45341" y="1167129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내용 입력</a:t>
            </a:r>
            <a:endParaRPr lang="ko-KR" altLang="en-US" sz="1400" b="1" dirty="0"/>
          </a:p>
        </p:txBody>
      </p:sp>
      <p:sp>
        <p:nvSpPr>
          <p:cNvPr id="11" name="타원 10"/>
          <p:cNvSpPr/>
          <p:nvPr/>
        </p:nvSpPr>
        <p:spPr>
          <a:xfrm>
            <a:off x="3415878" y="3585555"/>
            <a:ext cx="263707" cy="2070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105745" y="2326525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349889" y="4125117"/>
            <a:ext cx="78413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 시작일자 선택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200" b="1" dirty="0" smtClean="0">
                <a:latin typeface="맑은 고딕" panose="020B0503020000020004" pitchFamily="50" charset="-127"/>
              </a:rPr>
              <a:t> </a:t>
            </a:r>
            <a:endParaRPr lang="en-US" altLang="ko-KR" sz="1200" b="1" dirty="0">
              <a:latin typeface="맑은 고딕" panose="020B0503020000020004" pitchFamily="50" charset="-127"/>
            </a:endParaRPr>
          </a:p>
          <a:p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종료일자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선택</a:t>
            </a:r>
            <a:endParaRPr lang="en-US" altLang="ko-KR" sz="1200" b="1" dirty="0" smtClean="0">
              <a:solidFill>
                <a:srgbClr val="176AA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사유구분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선택</a:t>
            </a: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④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관련서류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(PDF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첨부</a:t>
            </a: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⑤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주의사항 체크 必</a:t>
            </a: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⑥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신청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Click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/>
          </a:p>
        </p:txBody>
      </p:sp>
      <p:sp>
        <p:nvSpPr>
          <p:cNvPr id="16" name="직사각형 15"/>
          <p:cNvSpPr/>
          <p:nvPr/>
        </p:nvSpPr>
        <p:spPr>
          <a:xfrm>
            <a:off x="7848999" y="234089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</a:rPr>
              <a:t>④</a:t>
            </a:r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8983515" y="182267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⑥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8042917" y="2095693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ko-KR" altLang="en-US" b="1" dirty="0"/>
          </a:p>
        </p:txBody>
      </p:sp>
      <p:sp>
        <p:nvSpPr>
          <p:cNvPr id="20" name="직사각형 19"/>
          <p:cNvSpPr/>
          <p:nvPr/>
        </p:nvSpPr>
        <p:spPr>
          <a:xfrm>
            <a:off x="4105744" y="2039368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endParaRPr lang="ko-KR" altLang="en-US" b="1" dirty="0"/>
          </a:p>
        </p:txBody>
      </p:sp>
      <p:sp>
        <p:nvSpPr>
          <p:cNvPr id="27" name="직사각형 26"/>
          <p:cNvSpPr/>
          <p:nvPr/>
        </p:nvSpPr>
        <p:spPr>
          <a:xfrm>
            <a:off x="113371" y="222465"/>
            <a:ext cx="3302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</a:t>
            </a:r>
            <a:r>
              <a:rPr lang="ko-KR" altLang="en-US" sz="2800" dirty="0">
                <a:solidFill>
                  <a:schemeClr val="bg1"/>
                </a:solidFill>
              </a:rPr>
              <a:t>신청 순서</a:t>
            </a:r>
          </a:p>
        </p:txBody>
      </p:sp>
    </p:spTree>
    <p:extLst>
      <p:ext uri="{BB962C8B-B14F-4D97-AF65-F5344CB8AC3E}">
        <p14:creationId xmlns:p14="http://schemas.microsoft.com/office/powerpoint/2010/main" val="166008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6008" y="1192353"/>
            <a:ext cx="914400" cy="522603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Step.5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869" y="1192353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출석인정의뢰 최종</a:t>
            </a:r>
            <a:endParaRPr lang="ko-KR" altLang="en-US" sz="1400" b="1" dirty="0"/>
          </a:p>
          <a:p>
            <a:endParaRPr lang="ko-KR" altLang="en-US" sz="1400" b="1" dirty="0">
              <a:solidFill>
                <a:srgbClr val="F4BD2D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3371" y="222465"/>
            <a:ext cx="33025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</a:t>
            </a:r>
            <a:r>
              <a:rPr lang="ko-KR" altLang="en-US" sz="2800" dirty="0">
                <a:solidFill>
                  <a:schemeClr val="bg1"/>
                </a:solidFill>
              </a:rPr>
              <a:t>신청 순서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869" y="1576032"/>
            <a:ext cx="8402980" cy="474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9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1367</TotalTime>
  <Words>61</Words>
  <Application>Microsoft Office PowerPoint</Application>
  <PresentationFormat>A4 용지(210x297mm)</PresentationFormat>
  <Paragraphs>141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Rix고딕 B</vt:lpstr>
      <vt:lpstr>맑은 고딕</vt:lpstr>
      <vt:lpstr>Arial</vt:lpstr>
      <vt:lpstr>Calibri</vt:lpstr>
      <vt:lpstr>Calibri Light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lotecs</dc:creator>
  <cp:lastModifiedBy>admin</cp:lastModifiedBy>
  <cp:revision>82</cp:revision>
  <cp:lastPrinted>2023-08-24T06:36:34Z</cp:lastPrinted>
  <dcterms:created xsi:type="dcterms:W3CDTF">2018-08-31T06:57:18Z</dcterms:created>
  <dcterms:modified xsi:type="dcterms:W3CDTF">2025-08-26T04:17:11Z</dcterms:modified>
</cp:coreProperties>
</file>